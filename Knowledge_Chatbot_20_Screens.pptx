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reen_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Vishwanath, Maiya (CW)</dc:creator>
  <lastModifiedBy>Vishwanath, Maiya (CW)</lastModifiedBy>
  <revision>1</revision>
  <dcterms:created xsi:type="dcterms:W3CDTF">2026-10-22T04:26:46.6007642Z</dcterms:created>
  <dcterms:modified xsi:type="dcterms:W3CDTF">2026-10-22T04:26:46.6007642Z</dcterms:modified>
</coreProperties>
</file>